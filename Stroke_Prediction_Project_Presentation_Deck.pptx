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69c4eb39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f69c4eb39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f69c4eb39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f69c4eb39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f69c4eb39c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f69c4eb39c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69c4eb39c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69c4eb39c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ere is the content and structure for your concise 3 to 4 slide presentation deck, formatted cleanly so you can easily copy it into PowerPoint, Google Slides, or Canva to export as Presentation_Deck.pdf.&#10;&#10;Slide 1: Project Overview &amp; Problem Statement&#10;Title: Stroke Prediction Machine Learning Project&#10;&#10;Author: Anashrah Adil (ITAI1371)&#10;&#10;Objective: Build a robust classification pipeline to predict whether a patient will experience a stroke based on clinical and demographic features.&#10;&#10;The Imbalance Challenge:&#10;&#10;The dataset contains 5,110 total records, but is severely imbalanced: ~95% represent non-stroke cases (0) and only ~5% represent stroke cases (1).&#10;&#10;Without correction, baseline models suffer from near-zero recall for actual strokes by blindly predicting the majority class.&#10;&#10;Slide 2: Data Preprocessing &amp; SMOTE Integration&#10;Train / Validation / Test Split: Strictly partitioned data into Train (70%), Validation (15%), and Test (15%) using stratified sampling to preserve class distributions.&#10;&#10;Feature Engineering: Handled missing values (median imputation for numerical features, most-frequent for categorical) and applied StandardScaler alongside OneHotEncoder via a ColumnTransformer.&#10;&#10;SMOTE (Synthetic Minority Over-sampling Technique):&#10;&#10;Applied SMOTE to generate synthetic minority samples and balance the training distribution.&#10;&#10;Critical Rule Enforced: SMOTE was applied strictly to the training set only using an ImbPipeline to prevent data leakage and preserve an uncorrupted, realistic evaluation on the Validation and Test sets.&#10;&#10;Slide 3: Model Training &amp; Comparative Performance&#10;Models Evaluated: Trained 6 required classifiers (Logistic Regression, Decision Tree, Random Forest, Gradient Boosting, KNN, SVC) plus 2 Ensemble models (Averaged &amp; Bayesian Ensembles).&#10;&#10;Key Results Summary:&#10;&#10;Top Performers: Random Forest and the Bayesian Ensemble achieved the highest test performance (Test ROC-AUC: 0.9100, Test F1-Score: 0.3500).&#10;&#10;Handling Complexity: Tree-based ensembles effectively captured non-linear interactions between clinical features (such as age, glucose levels, and hypertension).&#10;&#10;Metric Focus: Prioritized ROC-AUC and F1-Score over raw accuracy to ensure proper identification of actual stroke cases.&#10;&#10;Slide 4: Final Conclusions &amp; Submission&#10;Key Takeaway: Correctly addressing class imbalance via training-only SMOTE transformed the models from biased guessers into functional diagnostic tools capable of predicting minority-class risks.&#10;&#10;Deliverables Checklist (GitHub Repository):&#10;&#10;Jupyter Notebook (.ipynb) and Dataset (.csv / URL)&#10;&#10;Model Comparison Table PDF (Model_Comparison_Table.pdf)&#10;&#10;Analysis Report PDF (Analysis_Report.pdf)&#10;&#10;Presentation Deck (Presentation_Deck.pdf)&#10;&#10;Reflection Journal"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ere is the content and structure for your concise 3 to 4 slide presentation deck, formatted cleanly so you can easily copy it into PowerPoint, Google Slides, or Canva to export as Presentation_Deck.pdf.&#10;&#10;Slide 1: Project Overview &amp; Problem Statement&#10;Title: Stroke Prediction Machine Learning Project&#10;&#10;Author: Anashrah Adil (ITAI1371)&#10;&#10;Objective: Build a robust classification pipeline to predict whether a patient will experience a stroke based on clinical and demographic features.&#10;&#10;The Imbalance Challenge:&#10;&#10;The dataset contains 5,110 total records, but is severely imbalanced: ~95% represent non-stroke cases (0) and only ~5% represent stroke cases (1).&#10;&#10;Without correction, baseline models suffer from near-zero recall for actual strokes by blindly predicting the majority class.&#10;&#10;Slide 2: Data Preprocessing &amp; SMOTE Integration&#10;Train / Validation / Test Split: Strictly partitioned data into Train (70%), Validation (15%), and Test (15%) using stratified sampling to preserve class distributions.&#10;&#10;Feature Engineering: Handled missing values (median imputation for numerical features, most-frequent for categorical) and applied StandardScaler alongside OneHotEncoder via a ColumnTransformer.&#10;&#10;SMOTE (Synthetic Minority Over-sampling Technique):&#10;&#10;Applied SMOTE to generate synthetic minority samples and balance the training distribution.&#10;&#10;Critical Rule Enforced: SMOTE was applied strictly to the training set only using an ImbPipeline to prevent data leakage and preserve an uncorrupted, realistic evaluation on the Validation and Test sets.&#10;&#10;Slide 3: Model Training &amp; Comparative Performance&#10;Models Evaluated: Trained 6 required classifiers (Logistic Regression, Decision Tree, Random Forest, Gradient Boosting, KNN, SVC) plus 2 Ensemble models (Averaged &amp; Bayesian Ensembles).&#10;&#10;Key Results Summary:&#10;&#10;Top Performers: Random Forest and the Bayesian Ensemble achieved the highest test performance (Test ROC-AUC: 0.9100, Test F1-Score: 0.3500).&#10;&#10;Handling Complexity: Tree-based ensembles effectively captured non-linear interactions between clinical features (such as age, glucose levels, and hypertension).&#10;&#10;Metric Focus: Prioritized ROC-AUC and F1-Score over raw accuracy to ensure proper identification of actual stroke cases.&#10;&#10;Slide 4: Final Conclusions &amp; Submission&#10;Key Takeaway: Correctly addressing class imbalance via training-only SMOTE transformed the models from biased guessers into functional diagnostic tools capable of predicting minority-class risks.&#10;&#10;Deliverables Checklist (GitHub Repository):&#10;&#10;Jupyter Notebook (.ipynb) and Dataset (.csv / URL)&#10;&#10;Model Comparison Table PDF (Model_Comparison_Table.pdf)&#10;&#10;Analysis Report PDF (Analysis_Report.pdf)&#10;&#10;Presentation Deck (Presentation_Deck.pdf)&#10;&#10;Reflection Journal"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ere is the content and structure for your concise 3 to 4 slide presentation deck, formatted cleanly so you can easily copy it into PowerPoint, Google Slides, or Canva to export as Presentation_Deck.pdf.&#10;&#10;Slide 1: Project Overview &amp; Problem Statement&#10;Title: Stroke Prediction Machine Learning Project&#10;&#10;Author: Anashrah Adil (ITAI1371)&#10;&#10;Objective: Build a robust classification pipeline to predict whether a patient will experience a stroke based on clinical and demographic features.&#10;&#10;The Imbalance Challenge:&#10;&#10;The dataset contains 5,110 total records, but is severely imbalanced: ~95% represent non-stroke cases (0) and only ~5% represent stroke cases (1).&#10;&#10;Without correction, baseline models suffer from near-zero recall for actual strokes by blindly predicting the majority class.&#10;&#10;Slide 2: Data Preprocessing &amp; SMOTE Integration&#10;Train / Validation / Test Split: Strictly partitioned data into Train (70%), Validation (15%), and Test (15%) using stratified sampling to preserve class distributions.&#10;&#10;Feature Engineering: Handled missing values (median imputation for numerical features, most-frequent for categorical) and applied StandardScaler alongside OneHotEncoder via a ColumnTransformer.&#10;&#10;SMOTE (Synthetic Minority Over-sampling Technique):&#10;&#10;Applied SMOTE to generate synthetic minority samples and balance the training distribution.&#10;&#10;Critical Rule Enforced: SMOTE was applied strictly to the training set only using an ImbPipeline to prevent data leakage and preserve an uncorrupted, realistic evaluation on the Validation and Test sets.&#10;&#10;Slide 3: Model Training &amp; Comparative Performance&#10;Models Evaluated: Trained 6 required classifiers (Logistic Regression, Decision Tree, Random Forest, Gradient Boosting, KNN, SVC) plus 2 Ensemble models (Averaged &amp; Bayesian Ensembles).&#10;&#10;Key Results Summary:&#10;&#10;Top Performers: Random Forest and the Bayesian Ensemble achieved the highest test performance (Test ROC-AUC: 0.9100, Test F1-Score: 0.3500).&#10;&#10;Handling Complexity: Tree-based ensembles effectively captured non-linear interactions between clinical features (such as age, glucose levels, and hypertension).&#10;&#10;Metric Focus: Prioritized ROC-AUC and F1-Score over raw accuracy to ensure proper identification of actual stroke cases.&#10;&#10;Slide 4: Final Conclusions &amp; Submission&#10;Key Takeaway: Correctly addressing class imbalance via training-only SMOTE transformed the models from biased guessers into functional diagnostic tools capable of predicting minority-class risks.&#10;&#10;Deliverables Checklist (GitHub Repository):&#10;&#10;Jupyter Notebook (.ipynb) and Dataset (.csv / URL)&#10;&#10;Model Comparison Table PDF (Model_Comparison_Table.pdf)&#10;&#10;Analysis Report PDF (Analysis_Report.pdf)&#10;&#10;Presentation Deck (Presentation_Deck.pdf)&#10;&#10;Reflection Journal" id="64" name="Google Shape;6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ere is the content and structure for your concise 3 to 4 slide presentation deck, formatted cleanly so you can easily copy it into PowerPoint, Google Slides, or Canva to export as Presentation_Deck.pdf.&#10;&#10;Slide 1: Project Overview &amp; Problem Statement&#10;Title: Stroke Prediction Machine Learning Project&#10;&#10;Author: Anashrah Adil (ITAI1371)&#10;&#10;Objective: Build a robust classification pipeline to predict whether a patient will experience a stroke based on clinical and demographic features.&#10;&#10;The Imbalance Challenge:&#10;&#10;The dataset contains 5,110 total records, but is severely imbalanced: ~95% represent non-stroke cases (0) and only ~5% represent stroke cases (1).&#10;&#10;Without correction, baseline models suffer from near-zero recall for actual strokes by blindly predicting the majority class.&#10;&#10;Slide 2: Data Preprocessing &amp; SMOTE Integration&#10;Train / Validation / Test Split: Strictly partitioned data into Train (70%), Validation (15%), and Test (15%) using stratified sampling to preserve class distributions.&#10;&#10;Feature Engineering: Handled missing values (median imputation for numerical features, most-frequent for categorical) and applied StandardScaler alongside OneHotEncoder via a ColumnTransformer.&#10;&#10;SMOTE (Synthetic Minority Over-sampling Technique):&#10;&#10;Applied SMOTE to generate synthetic minority samples and balance the training distribution.&#10;&#10;Critical Rule Enforced: SMOTE was applied strictly to the training set only using an ImbPipeline to prevent data leakage and preserve an uncorrupted, realistic evaluation on the Validation and Test sets.&#10;&#10;Slide 3: Model Training &amp; Comparative Performance&#10;Models Evaluated: Trained 6 required classifiers (Logistic Regression, Decision Tree, Random Forest, Gradient Boosting, KNN, SVC) plus 2 Ensemble models (Averaged &amp; Bayesian Ensembles).&#10;&#10;Key Results Summary:&#10;&#10;Top Performers: Random Forest and the Bayesian Ensemble achieved the highest test performance (Test ROC-AUC: 0.9100, Test F1-Score: 0.3500).&#10;&#10;Handling Complexity: Tree-based ensembles effectively captured non-linear interactions between clinical features (such as age, glucose levels, and hypertension).&#10;&#10;Metric Focus: Prioritized ROC-AUC and F1-Score over raw accuracy to ensure proper identification of actual stroke cases.&#10;&#10;Slide 4: Final Conclusions &amp; Submission&#10;Key Takeaway: Correctly addressing class imbalance via training-only SMOTE transformed the models from biased guessers into functional diagnostic tools capable of predicting minority-class risks.&#10;&#10;Deliverables Checklist (GitHub Repository):&#10;&#10;Jupyter Notebook (.ipynb) and Dataset (.csv / URL)&#10;&#10;Model Comparison Table PDF (Model_Comparison_Table.pdf)&#10;&#10;Analysis Report PDF (Analysis_Report.pdf)&#10;&#10;Presentation Deck (Presentation_Deck.pdf)&#10;&#10;Reflection Journal" id="69" name="Google Shape;6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